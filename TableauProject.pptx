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f8a9862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f8a9862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f8a9862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f8a9862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f8a9862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f8a9862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f8a9862c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f8a9862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f8a9862c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0f8a9862c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Patterns of Contamination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841675"/>
            <a:ext cx="8520600" cy="4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Overview: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The graphs display monthly sample patterns collected from specific locations, highlighting both similarities and differences.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Findings: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Boonsri:</a:t>
            </a:r>
            <a:r>
              <a:rPr lang="en" sz="1200">
                <a:solidFill>
                  <a:schemeClr val="dk1"/>
                </a:solidFill>
              </a:rPr>
              <a:t> Shows consistent pattern similarities in data when samples are taken downstream from the water flow.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Chai:</a:t>
            </a:r>
            <a:r>
              <a:rPr lang="en" sz="1200">
                <a:solidFill>
                  <a:schemeClr val="dk1"/>
                </a:solidFill>
              </a:rPr>
              <a:t> Demonstrates a similar pattern to Boonsri, indicating comparable environmental factors.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Kannika:</a:t>
            </a:r>
            <a:r>
              <a:rPr lang="en" sz="1200">
                <a:solidFill>
                  <a:schemeClr val="dk1"/>
                </a:solidFill>
              </a:rPr>
              <a:t> Also aligns with Boonsri's monthly sample trends, suggesting regional consistency.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Exceptions: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Busarakhan:</a:t>
            </a:r>
            <a:r>
              <a:rPr lang="en" sz="1200">
                <a:solidFill>
                  <a:schemeClr val="dk1"/>
                </a:solidFill>
              </a:rPr>
              <a:t> Lacks pattern similarities observed in Boonsri, Chai, and Kannika.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Kohsoom:</a:t>
            </a:r>
            <a:r>
              <a:rPr lang="en" sz="1200">
                <a:solidFill>
                  <a:schemeClr val="dk1"/>
                </a:solidFill>
              </a:rPr>
              <a:t> Shows pattern alignment similar to Boonsri, indicating a possible influence of nearby environmental changes.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Conclusion: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The observed similarities, except for Busarakhan, suggest a potential event near the estimated waste dump location, influencing water flow and sample characteristics.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00" y="466500"/>
            <a:ext cx="7904426" cy="41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19675" y="515425"/>
            <a:ext cx="8601600" cy="4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Toxic Elements in Different Locations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treemap visualizes the concentration of several toxic elements—Cadmium, Arsenic, and Alachlor—in locations such as Boonsri, Chai, and Kannika. The darker and larger rectangles represent higher concentrations of each element.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Toxic Elements and Their Impact on Aquatic Life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Cadmium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Bioaccumulates in fish, causing reproductive and immune issues.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Lethal even in low doses over time.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Arsenic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growth and damages fish gills.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Toxic at low levels and builds up in the food chain.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Alachlor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Harms aquatic plants essential for oxygen and habitat.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Affects fish growth and reproduction.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88" y="404712"/>
            <a:ext cx="8467624" cy="43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76" y="423900"/>
            <a:ext cx="3979750" cy="41976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/>
        </p:nvSpPr>
        <p:spPr>
          <a:xfrm>
            <a:off x="4362800" y="1494725"/>
            <a:ext cx="4566900" cy="3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Toxic Elements Contributing to Water Contamination: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Cadmium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Interferes with fish reproduction and weakens immune systems.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Arsenic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Damages gills, accumulates in aquatic life, and is toxic at high levels.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Alachlor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Harms aquatic plants and disrupts fish growth.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Fluoranthene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Carcinogenic, affects fish liver function and increases mortality.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Heptachlor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Damages nervous systems in fish and other aquatic species.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Endrin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Extremely toxic, causing paralysis and mortality in aquatic animals.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4351850" y="265325"/>
            <a:ext cx="45888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Analysis: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chart visualizes the quantity of toxic elements detected in water samples from various locations, with darker shades indicating higher concentrations.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75" y="423900"/>
            <a:ext cx="1158050" cy="14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